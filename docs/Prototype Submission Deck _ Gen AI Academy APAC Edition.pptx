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Google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GoogleSa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GoogleSans-italic.fntdata"/><Relationship Id="rId6" Type="http://schemas.openxmlformats.org/officeDocument/2006/relationships/slide" Target="slides/slide1.xml"/><Relationship Id="rId18" Type="http://schemas.openxmlformats.org/officeDocument/2006/relationships/font" Target="fonts/Google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3651ae8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d3651ae8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3651ae8d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d3651ae8d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mission deck 1.png"/>
          <p:cNvPicPr preferRelativeResize="0"/>
          <p:nvPr/>
        </p:nvPicPr>
        <p:blipFill rotWithShape="1">
          <a:blip r:embed="rId3">
            <a:alphaModFix/>
          </a:blip>
          <a:srcRect b="45025" l="0" r="0" t="0"/>
          <a:stretch/>
        </p:blipFill>
        <p:spPr>
          <a:xfrm>
            <a:off x="0" y="0"/>
            <a:ext cx="9144000" cy="28275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63125" y="3034275"/>
            <a:ext cx="8270400" cy="17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Participant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Participant 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N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ame: 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the idea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Type here…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463125" y="3263450"/>
            <a:ext cx="8270400" cy="17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Type here…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1698825" y="1296325"/>
            <a:ext cx="745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463125" y="787050"/>
            <a:ext cx="8270400" cy="19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Your solution should be able to explain the following:</a:t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</a:pPr>
            <a:r>
              <a:rPr lang="en-GB">
                <a:latin typeface="Google Sans"/>
                <a:ea typeface="Google Sans"/>
                <a:cs typeface="Google Sans"/>
                <a:sym typeface="Google Sans"/>
              </a:rPr>
              <a:t>How did you approach the common problem statement and translate it into a working solution using ADK, MCP/AlloyDB AI while ensuring Hackathon’s core requirements are met?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</a:pPr>
            <a:r>
              <a:rPr lang="en-GB">
                <a:latin typeface="Google Sans"/>
                <a:ea typeface="Google Sans"/>
                <a:cs typeface="Google Sans"/>
                <a:sym typeface="Google Sans"/>
              </a:rPr>
              <a:t>What real-world problem does your solution address, and what practical impact does it create for users?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</a:pPr>
            <a:r>
              <a:rPr lang="en-GB">
                <a:latin typeface="Google Sans"/>
                <a:ea typeface="Google Sans"/>
                <a:cs typeface="Google Sans"/>
                <a:sym typeface="Google Sans"/>
              </a:rPr>
              <a:t>What is the core approach or workflow behind your solution?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463125" y="787050"/>
            <a:ext cx="82704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b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Google Sans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b="0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63125" y="2392375"/>
            <a:ext cx="8270400" cy="22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Type here…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Type here…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Type here…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</a:t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463125" y="118497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Type here…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solution:</a:t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463125" y="118497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Type here…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</a:t>
            </a: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/Google Services</a:t>
            </a: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used in the solution</a:t>
            </a:r>
            <a:br>
              <a:rPr i="0" lang="en-GB" sz="10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i="0" lang="en-GB" sz="10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(</a:t>
            </a:r>
            <a:r>
              <a:rPr lang="en-GB" sz="1000">
                <a:latin typeface="Google Sans"/>
                <a:ea typeface="Google Sans"/>
                <a:cs typeface="Google Sans"/>
                <a:sym typeface="Google Sans"/>
              </a:rPr>
              <a:t>Why did you choose your specific AI stack and system design, and how does it support scalability and real-world deployment?)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463125" y="15746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Type here…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679525" y="1014075"/>
            <a:ext cx="7840800" cy="3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prototype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0" name="Google Shape;120;p22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Type here…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3" title="Submission deck tq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